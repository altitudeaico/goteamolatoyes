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Brief met (out of 50 seasons)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364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Fanatic</c:v>
                  </c:pt>
                  <c:pt idx="1">
                    <c:v>Consortium</c:v>
                  </c:pt>
                  <c:pt idx="2">
                    <c:v>Ex-Pro</c:v>
                  </c:pt>
                  <c:pt idx="3">
                    <c:v>Absentee</c:v>
                  </c:pt>
                  <c:pt idx="4">
                    <c:v>Custodians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17</c:v>
                </c:pt>
                <c:pt idx="2">
                  <c:v>20</c:v>
                </c:pt>
                <c:pt idx="3">
                  <c:v>17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A364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8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walkthrough of a browser-based football management game built as a single self-contained HTML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starting brief combined mutually exclusive goals. Football Manager holds 130 leagues because it is a database with no traversable geometry. Requiring walkable stadiums destroys that. Design is subtraction.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spine: manage one club, one season. Everything else hangs off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loop. Each stage feeds the next, and the aftermath feeds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sessions, three slots. Tested across 480 seasons to confirm no single approach dominates.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multiplicative rating model is what makes fatigue and unhappiness bite rather than just decorate.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tactical rock-paper-scissors gives readable, uncertain decisions without any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match is the centrepiece: it plays out beat by beat and pauses only for genuine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in-play decision types, capped at six per match so they stay events rather than interruptions.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Penalty frequency was tuned down from an early build that produced 15 a season — far too many to feel 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Wages are the mechanism that stops transfers being a free win. A big signing is felt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hidden-potential band is the whole design. You are not buying players, you are buying 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Strain is driven by team selection, which is what makes it a system rather than flavour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triggering means the events feel like consequences rather than a random deck being dealt.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owner choice is the highest-leverage decision on the setup screen. It reframes every other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Headless simulation of 250 seasons across the five owners with an identical playing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headless harness ran the real game logic with mock DOM objects, so the numbers describe the shipped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Rivalry heat plus a running club history give the season a narrative the game never had to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dependency-free: it opens in any browser, offline,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principle. Subtraction, not accumulation.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291840"/>
            <a:ext cx="8229600" cy="8229600"/>
          </a:xfrm>
          <a:prstGeom prst="ellipse">
            <a:avLst/>
          </a:prstGeom>
          <a:solidFill>
            <a:srgbClr val="FFB020">
              <a:alpha val="10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108960"/>
            <a:ext cx="7315200" cy="7315200"/>
          </a:xfrm>
          <a:prstGeom prst="ellipse">
            <a:avLst/>
          </a:prstGeom>
          <a:solidFill>
            <a:srgbClr val="4FE8D4">
              <a:alpha val="8000"/>
            </a:srgbClr>
          </a:solidFill>
          <a:ln w="12700">
            <a:solidFill>
              <a:srgbClr val="4FE8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NON-LEAGUE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season in the sixth tier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Twenty-two Saturdays. One squad. One bank account. An owner who wants something specific from you, and a dressing room that will not always agree.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browser football-management game  ·  Single HTML file  ·  ~158 KB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started as a wishlist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brief asked for every football game at once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774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club in the world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stadium walkable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23774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career paths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0168" y="3063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footballer, referee, kit designer, agent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3774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attributes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3063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player, visible and hidden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14884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23774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learns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08008" y="3063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scripted behaviour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72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design that says yes to everything has made no decisions.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walls, contradictory pillars, and no answer to the only question that matters: what are you doing minute to minute?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survived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spine, chosen deliberately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world — a commute is not gameplay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3832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licences — unobtainable at any budget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319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of the fifteen career paths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opponents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5029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attributes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132A3A"/>
          </a:solidFill>
          <a:ln w="12700">
            <a:solidFill>
              <a:srgbClr val="1E5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834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a sixth-tier club for 22 weeks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3832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players you know by name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9319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match you stand through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480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that runs out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5029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that persist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comes from a few variables interacting richly, not a long list. Chess has six piece types.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weekly loop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repeated twenty-two times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7744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WEEK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364992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squad, transfers, academy, off-field crises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8006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3 of 8 sessions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237744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0168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MATCHDAY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0168" y="3364992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the eleven, tactics, team talk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30168" y="48006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before kick-off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214884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237744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19088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MATCH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3364992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minutes of live commentary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9088" y="48006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it needs you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2396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006840" y="214884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8008" y="237744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800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08008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AFTERMATH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08008" y="3364992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injuries, cards, gate money, board reaction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08008" y="48006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carries forward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resets between weeks. A knackered squad in week 9 is a knackered squad in week 10.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Training: three slots, eight options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costs something you also want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37160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+1.50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 morale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morale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morale · +5 mood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+0.35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scouting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knocks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from 12 yards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F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the 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BB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dressing 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48840"/>
            <a:ext cx="3749040" cy="3566160"/>
          </a:xfrm>
          <a:prstGeom prst="roundRect">
            <a:avLst>
              <a:gd name="adj" fmla="val 2308"/>
            </a:avLst>
          </a:prstGeom>
          <a:solidFill>
            <a:srgbClr val="142238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E8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tension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0" y="28346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 costs legs. Legs cost points. Points buy you time with the board.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flat out and you are sacked 28% of the time. Never train and the division improves past you.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free lunch and no dominant strategy.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Eighteen players, not three bars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small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768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 can do. Grows slowly with training.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2768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Fitness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his legs are today. Carries over from Saturday.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112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867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rating. Good games beget good games.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3832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112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867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when he does not play. Ends in a transfer request.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1023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Flair, Leader, Fragile, Poacher, Wall, Hothead, Ice, Shot-stopper.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61772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51023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Firebrand, Joker, Loner, Big-time.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Matchday rating = ability, scaled by fitness and mood. A sharp exhausted squad is worth less than a fresh mediocre one.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decisions before kick-off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legible and each one is a trade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64008" cy="868680"/>
          </a:xfrm>
          <a:prstGeom prst="rect">
            <a:avLst/>
          </a:prstGeom>
          <a:solidFill>
            <a:srgbClr val="7BA8FF"/>
          </a:solidFill>
          <a:ln w="12700">
            <a:solidFill>
              <a:srgbClr val="7B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9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B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formations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3-5-2 owns midfield and leaks behind. 5-3-2 digs a trench.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90672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90672"/>
            <a:ext cx="64008" cy="868680"/>
          </a:xfrm>
          <a:prstGeom prst="rect">
            <a:avLst/>
          </a:prstGeom>
          <a:solidFill>
            <a:srgbClr val="4FE8D4"/>
          </a:solidFill>
          <a:ln w="12700">
            <a:solidFill>
              <a:srgbClr val="4FE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369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ELEVEN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by hand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33649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form, mood and traits all visible. Play the tired star or do not.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78224"/>
            <a:ext cx="64008" cy="8686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535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tactics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4352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beats possession beats block beats direct beats press.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065776"/>
            <a:ext cx="64008" cy="868680"/>
          </a:xfrm>
          <a:prstGeom prst="rect">
            <a:avLst/>
          </a:prstGeom>
          <a:solidFill>
            <a:srgbClr val="FF4D7D"/>
          </a:solidFill>
          <a:ln w="12700">
            <a:solidFill>
              <a:srgbClr val="FF4D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212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TALK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522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0" y="534009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them up lifts a confident squad and wounds a fragile one.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scouting report tells you how they usually play — right about 75% of the time, or reliably if you did the video work.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match runs without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it needs you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SIXTEEN BEATS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60C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6' 12' 18' 24' 30' 36' 42' 45'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60C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50' 56' 62' 68' 74' 80' 86' 90'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beat rolls chances for both sides from the current strength differential, then updates momentum, fatigue, cards and injuries.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Speeds: 1× · 2× · skip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212080" cy="3794760"/>
          </a:xfrm>
          <a:prstGeom prst="roundRect">
            <a:avLst>
              <a:gd name="adj" fmla="val 2169"/>
            </a:avLst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READOUT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clock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3101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33101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bar, swinging both ways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87705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38770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Possession, shots, on target, corners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443984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4443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that names your players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501091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5010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 available at any moment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substitutions. Positions need not match — you will feel it if they do not.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calls you make at 3pm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the state of the game, not a script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HALF-TIME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60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900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heads · rip into them · change shape · make a change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31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CHASING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60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62′ and behind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9900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 forward on · push the line up · stay patient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SEEING IT 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660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72′ and ahead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900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up shop · keep going · waste time and risk cards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06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SIEGE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collapse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864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deeper · ride it out · go after them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02336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206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MAN DOWN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 or booking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864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him off · strap him up · gamble on the referee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402336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4206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MAN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through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4864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Haul him down for a red · let him go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ways a penalty happens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 room goes quiet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WIN 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taker from three, with composure ratings shown. The Ice trait is worth 20 points. Penalty practice raises everyone.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377440"/>
            <a:ext cx="457200" cy="457200"/>
          </a:xfrm>
          <a:prstGeom prst="ellipse">
            <a:avLst/>
          </a:prstGeom>
          <a:solidFill>
            <a:srgbClr val="7BA8FF"/>
          </a:solidFill>
          <a:ln w="12700">
            <a:solidFill>
              <a:srgbClr val="7B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CONCEDE 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 left, dive right, or stand up. Video analysis gives you a hint on their taker — right about 80% of the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377440"/>
            <a:ext cx="457200" cy="457200"/>
          </a:xfrm>
          <a:prstGeom prst="ellipse">
            <a:avLst/>
          </a:prstGeom>
          <a:solidFill>
            <a:srgbClr val="FF4D7D"/>
          </a:solidFill>
          <a:ln w="12700">
            <a:solidFill>
              <a:srgbClr val="FF4D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753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LAST MAN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3474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striker is clean through. Haul him down for a red card and a penalty, or let him go and take your chances.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Roughly six penalties a season. Rare enough to matter, common enough to have practised for.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Buying and selling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windows, real wages, and a squad floor of twelve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3749040"/>
          </a:xfrm>
          <a:prstGeom prst="roundRect">
            <a:avLst>
              <a:gd name="adj" fmla="val 2400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Weeks 1–4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Weeks 12–15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five-man shortlist each week the window is open. Ages, wages, traits and personalities all shown.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29000" cy="3749040"/>
          </a:xfrm>
          <a:prstGeom prst="roundRect">
            <a:avLst>
              <a:gd name="adj" fmla="val 2400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65%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17720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 if you sell now. Wait for an unsolicited bid and you get the lot — if one ever comes.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 happy player costs you dressing-room mood.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474720" cy="3749040"/>
          </a:xfrm>
          <a:prstGeom prst="roundRect">
            <a:avLst>
              <a:gd name="adj" fmla="val 2368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WAGE BILL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Friday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of your squad, deducted weekly. A signing is a commitment for the rest of the season, not a purchase.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−£20,000 the club enters administration.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academy: you cannot see what you have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is the product you are actually buying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2697480"/>
          </a:xfrm>
          <a:prstGeom prst="roundRect">
            <a:avLst>
              <a:gd name="adj" fmla="val 3051"/>
            </a:avLst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GAME SHOWS 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Rio Ridgeway   FWD   15y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29        Ceiling 52–78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ceiling: 64. You are never told this.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0965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facility tiers narrow that band from ±26 to exact. £5,500 to £27,000.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221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60C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£640/wk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8240" y="23591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×1.00 to ×2.20 development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209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60C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 to £27,000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33467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×1.00 to ×1.62, plus scouting and places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078224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97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60C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THEY MULTIPLY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535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×2.2 combined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43342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season becomes a different player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5065776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184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60C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PROMOTE AT 40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5522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growing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78240" y="5321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still if he is actually playing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academy season produces a graduate around 71 ability with 22 appearances — no fee, low wage, better than most of the market.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 the field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lives that arrive at training whether you ask or not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B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EIGHT HABITS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all night gaming · Lives in the gym · Doing a degree · Likes a bet · Young kids at home · Running a side business · Out most weekends · Quiet life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moves fitness and mood every week — and decides which crises land on your desk.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2A1828"/>
          </a:solidFill>
          <a:ln w="12700">
            <a:solidFill>
              <a:srgbClr val="4A24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 STRAIN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2491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when he is unhappy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faster when he is not picked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for the socialite and the gambler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for the quiet ones and the fathers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343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feedback loop, not decoration. Leave a man out for six weeks and you damage his form, his relationship, and then his form again.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Thirty-four events, all conditional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fire when your situation invites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exes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player finds out his partner used to go out with a teammate. From a photograph. On the team bus.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split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5877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strain is already critical. Give him a week off, or tell him football is the best thing for him.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hundred miles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9136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job offer. Pay him more, tell him to go, or ask him to see the season 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42900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bust-up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9136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pulled apart in training. Fine both, back one, or let them sort it out.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92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chairman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2395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fires when board faith is low. Take responsibility, blame the budget, or ask for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75488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892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banner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52395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defeats in four and three hundred supporters stay behind. Go and talk to them, or say nothing.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owners, five different games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decisions, judged by a different rule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11680" cy="3749040"/>
          </a:xfrm>
          <a:prstGeom prst="roundRect">
            <a:avLst>
              <a:gd name="adj" fmla="val 4091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2011680" cy="54864"/>
          </a:xfrm>
          <a:prstGeom prst="rect">
            <a:avLst/>
          </a:prstGeom>
          <a:solidFill>
            <a:srgbClr val="FF4D7D"/>
          </a:solidFill>
          <a:ln w="12700">
            <a:solidFill>
              <a:srgbClr val="FF4D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4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FANATIC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Coyne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three. Nothing else remembered.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£18k · £2,000 a win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52928" y="2103120"/>
            <a:ext cx="2011680" cy="3749040"/>
          </a:xfrm>
          <a:prstGeom prst="roundRect">
            <a:avLst>
              <a:gd name="adj" fmla="val 4091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2103120"/>
            <a:ext cx="201168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CONSORTIUM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35808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Northgate Capital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35808" y="3383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capital. Stay up.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35808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£45k · £1,800/wk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35808" y="5349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65776" y="2103120"/>
            <a:ext cx="2011680" cy="3749040"/>
          </a:xfrm>
          <a:prstGeom prst="roundRect">
            <a:avLst>
              <a:gd name="adj" fmla="val 4091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5776" y="2103120"/>
            <a:ext cx="2011680" cy="54864"/>
          </a:xfrm>
          <a:prstGeom prst="rect">
            <a:avLst/>
          </a:prstGeom>
          <a:solidFill>
            <a:srgbClr val="4FE8D4"/>
          </a:solidFill>
          <a:ln w="12700">
            <a:solidFill>
              <a:srgbClr val="4FE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CUSTODIANS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48656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Supporters’ Trust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48656" y="3383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debt. Happy squad. Top half.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48656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£22k · £400/wk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48656" y="5349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Forgiving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78624" y="2103120"/>
            <a:ext cx="2011680" cy="3749040"/>
          </a:xfrm>
          <a:prstGeom prst="roundRect">
            <a:avLst>
              <a:gd name="adj" fmla="val 4091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8624" y="2103120"/>
            <a:ext cx="2011680" cy="54864"/>
          </a:xfrm>
          <a:prstGeom prst="rect">
            <a:avLst/>
          </a:prstGeom>
          <a:solidFill>
            <a:srgbClr val="7BA8FF"/>
          </a:solidFill>
          <a:ln w="12700">
            <a:solidFill>
              <a:srgbClr val="7B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61504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B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EX-PRO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61504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Kerrigan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61504" y="3383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three kids. One graduate.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61504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£28k · £600/wk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61504" y="5349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91472" y="2103120"/>
            <a:ext cx="2011680" cy="3749040"/>
          </a:xfrm>
          <a:prstGeom prst="roundRect">
            <a:avLst>
              <a:gd name="adj" fmla="val 4091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91472" y="2103120"/>
            <a:ext cx="2011680" cy="54864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74352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ABSENTEE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674352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in Jersey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74352" y="3383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back what he put in.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74352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£12k · −£900/wk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74352" y="5349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your best striker is a betrayal under one owner and prudent asset management under another.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Proof the owners are different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simulated seasons, identical play, five owners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103120"/>
            <a:ext cx="3657600" cy="3657600"/>
          </a:xfrm>
          <a:prstGeom prst="roundRect">
            <a:avLst>
              <a:gd name="adj" fmla="val 2250"/>
            </a:avLst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E8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told me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28346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season produces a triumph under one owner and a sacking under another.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spread is the design working. It also gave me a difficulty ladder, so the setup screen now labels the Trust "start here".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simulation I would have shipped five owners that all felt like the same job.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Balancing without playtesters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was tested headlessly before it shipped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2,000+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simulated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FE8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styles compared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BA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753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strategies found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flat out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9080" y="397764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sacked in 28% of seasons — exhaustion is fatal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44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69080" y="454456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mid-table while the division improves past you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the scouting report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69080" y="5111496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triples the promotion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6784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academy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69080" y="5678424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even within one season, wins beyond it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0C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Rivalries the game did not write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accumulates from what actually happens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68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defeat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23317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4D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+9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368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card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49440" y="23317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4D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+11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368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winner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652760" y="23317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4D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+7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Bad-tempered game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32461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4D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+4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343400" y="306324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and neck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49440" y="32461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4D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046720" y="306324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meeting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652760" y="32461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4D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+4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heat does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crowd and gate  ·  doubled morale swing on the result  ·  more cards for both sides  ·  amplified board reaction  ·  its own commentary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0120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decays if you leave it alone. One club starts as your historic derby; the rest you earn.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A4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is built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no build step, no dependencies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158 KB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HTML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requests at runtime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10312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0E1A2E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~3,400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897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JavaScript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97480" y="3886200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re-render per state change. No framework, no virtual DOM, no reconciliation to debug.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4544568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tabs, a live match view, an SVG pitch, and a rolling-football cursor with a comet trail.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029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97480" y="5202936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kit colour is a CSS custom property. Pick violet and the entire interface repaints.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613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E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97480" y="5861304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logic runs headlessly under mock DOM objects, so simulations test the shipped code.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194560"/>
            <a:ext cx="9144000" cy="9144000"/>
          </a:xfrm>
          <a:prstGeom prst="ellipse">
            <a:avLst/>
          </a:prstGeom>
          <a:solidFill>
            <a:srgbClr val="4FE8D4">
              <a:alpha val="7000"/>
            </a:srgbClr>
          </a:solidFill>
          <a:ln w="12700">
            <a:solidFill>
              <a:srgbClr val="4FE8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108960" y="2377440"/>
            <a:ext cx="8229600" cy="8229600"/>
          </a:xfrm>
          <a:prstGeom prst="ellipse">
            <a:avLst/>
          </a:prstGeom>
          <a:solidFill>
            <a:srgbClr val="FFB020">
              <a:alpha val="10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5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principle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system had to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E6F1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change a decision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 a number, not add a screen. If a feature did not make you weigh something you were not weighing before, it did not go in — and if it stopped doing that, it came back out.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E8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wishlist wanted everything. The game is what was left after saying no.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2026-08-01T11:53:29Z</dcterms:created>
  <dcterms:modified xsi:type="dcterms:W3CDTF">2026-08-01T11:53:29Z</dcterms:modified>
</cp:coreProperties>
</file>